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1" r:id="rId3"/>
    <p:sldId id="266" r:id="rId4"/>
  </p:sldIdLst>
  <p:sldSz cx="51435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3CA2183-218C-403B-A3BE-18A803E1B79D}">
          <p14:sldIdLst>
            <p14:sldId id="258"/>
          </p14:sldIdLst>
        </p14:section>
        <p14:section name="본문" id="{A723BFDD-2345-4BCE-9FED-891287D9B84F}">
          <p14:sldIdLst>
            <p14:sldId id="261"/>
          </p14:sldIdLst>
        </p14:section>
        <p14:section name="마무리" id="{CF53DF50-7B1F-40C4-BA14-C45414138FD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08" autoAdjust="0"/>
    <p:restoredTop sz="94522" autoAdjust="0"/>
  </p:normalViewPr>
  <p:slideViewPr>
    <p:cSldViewPr snapToGrid="0">
      <p:cViewPr varScale="1">
        <p:scale>
          <a:sx n="85" d="100"/>
          <a:sy n="85" d="100"/>
        </p:scale>
        <p:origin x="240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(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F6D742E-E324-C0AB-A783-84B0A2C02579}"/>
              </a:ext>
            </a:extLst>
          </p:cNvPr>
          <p:cNvSpPr/>
          <p:nvPr userDrawn="1"/>
        </p:nvSpPr>
        <p:spPr>
          <a:xfrm>
            <a:off x="0" y="0"/>
            <a:ext cx="514350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DF424D-2524-CBB9-CBD6-BFF16073D8A5}"/>
              </a:ext>
            </a:extLst>
          </p:cNvPr>
          <p:cNvSpPr/>
          <p:nvPr userDrawn="1"/>
        </p:nvSpPr>
        <p:spPr>
          <a:xfrm flipV="1">
            <a:off x="0" y="3429000"/>
            <a:ext cx="5143500" cy="3429000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CB6AD-22A5-BE0F-EA1E-63AB8D73D97B}"/>
              </a:ext>
            </a:extLst>
          </p:cNvPr>
          <p:cNvSpPr txBox="1"/>
          <p:nvPr userDrawn="1"/>
        </p:nvSpPr>
        <p:spPr>
          <a:xfrm>
            <a:off x="36000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[Group Name]</a:t>
            </a:r>
          </a:p>
        </p:txBody>
      </p: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954817F-21C8-4214-D7B7-B2957B46E8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125" y="4651057"/>
            <a:ext cx="4418375" cy="1107996"/>
          </a:xfrm>
        </p:spPr>
        <p:txBody>
          <a:bodyPr lIns="0" tIns="0" rIns="0" bIns="0" anchor="b">
            <a:spAutoFit/>
          </a:bodyPr>
          <a:lstStyle>
            <a:lvl1pPr>
              <a:buNone/>
              <a:defRPr lang="ko-KR" altLang="en-US" sz="40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>
              <a:defRPr lang="ko-KR" altLang="en-US" sz="40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2pPr>
            <a:lvl3pPr>
              <a:defRPr lang="ko-KR" altLang="en-US" sz="40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3pPr>
            <a:lvl4pPr>
              <a:defRPr lang="ko-KR" altLang="en-US" sz="40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4pPr>
            <a:lvl5pPr>
              <a:defRPr lang="ko-KR" altLang="en-US" sz="4000" kern="12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5pPr>
          </a:lstStyle>
          <a:p>
            <a:r>
              <a:rPr lang="ko-KR" altLang="en-US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한줄 소개를</a:t>
            </a:r>
            <a:r>
              <a:rPr lang="en-US" altLang="ko-KR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입력해주세요</a:t>
            </a:r>
            <a:endParaRPr lang="en-US" altLang="ko-KR" sz="400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5713F299-DD6D-C85E-F53E-20708ED1D5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5877638"/>
            <a:ext cx="4418374" cy="276999"/>
          </a:xfrm>
        </p:spPr>
        <p:txBody>
          <a:bodyPr wrap="square" lIns="0" tIns="0" rIns="0" bIns="0" anchor="ctr">
            <a:spAutoFit/>
          </a:bodyPr>
          <a:lstStyle>
            <a:lvl1pPr>
              <a:buNone/>
              <a:defRPr lang="ko-KR" altLang="en-US" sz="20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>
              <a:defRPr lang="ko-KR" altLang="en-US" sz="20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2pPr>
            <a:lvl3pPr>
              <a:defRPr lang="ko-KR" altLang="en-US" sz="20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3pPr>
            <a:lvl4pPr>
              <a:defRPr lang="ko-KR" altLang="en-US" sz="20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4pPr>
            <a:lvl5pPr>
              <a:defRPr lang="ko-KR" altLang="en-US" sz="2000" kern="12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5pPr>
          </a:lstStyle>
          <a:p>
            <a:pPr lvl="0"/>
            <a:r>
              <a:rPr lang="ko-KR" altLang="en-US"/>
              <a:t>제목을 입력해주세요</a:t>
            </a:r>
          </a:p>
        </p:txBody>
      </p:sp>
      <p:sp>
        <p:nvSpPr>
          <p:cNvPr id="23" name="텍스트 개체 틀 21">
            <a:extLst>
              <a:ext uri="{FF2B5EF4-FFF2-40B4-BE49-F238E27FC236}">
                <a16:creationId xmlns:a16="http://schemas.microsoft.com/office/drawing/2014/main" id="{E5697281-E9D7-5584-C521-85B36866A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6624" y="384622"/>
            <a:ext cx="2211750" cy="221599"/>
          </a:xfrm>
        </p:spPr>
        <p:txBody>
          <a:bodyPr wrap="square" lIns="0" tIns="0" rIns="0" bIns="0">
            <a:spAutoFit/>
          </a:bodyPr>
          <a:lstStyle>
            <a:lvl1pPr algn="r">
              <a:buNone/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2pPr>
            <a:lvl3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3pPr>
            <a:lvl4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4pPr>
            <a:lvl5pPr algn="r">
              <a:defRPr lang="ko-KR" altLang="en-US" sz="1600" kern="12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5pPr>
          </a:lstStyle>
          <a:p>
            <a:pPr lvl="0"/>
            <a:r>
              <a:rPr lang="en-US" altLang="ko-KR"/>
              <a:t>Category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31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(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A33F36F-E3DB-6460-457D-F1BF6BDAD536}"/>
              </a:ext>
            </a:extLst>
          </p:cNvPr>
          <p:cNvSpPr/>
          <p:nvPr userDrawn="1"/>
        </p:nvSpPr>
        <p:spPr>
          <a:xfrm flipV="1">
            <a:off x="0" y="2562225"/>
            <a:ext cx="5143500" cy="4295775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3E216-A347-D05F-3C6F-66BB79C5211B}"/>
              </a:ext>
            </a:extLst>
          </p:cNvPr>
          <p:cNvSpPr/>
          <p:nvPr userDrawn="1"/>
        </p:nvSpPr>
        <p:spPr>
          <a:xfrm>
            <a:off x="0" y="0"/>
            <a:ext cx="514350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BF0DB-F0C6-DBB0-0E4F-8F6695193F4D}"/>
              </a:ext>
            </a:extLst>
          </p:cNvPr>
          <p:cNvSpPr txBox="1"/>
          <p:nvPr userDrawn="1"/>
        </p:nvSpPr>
        <p:spPr>
          <a:xfrm>
            <a:off x="36000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[Group Name]</a:t>
            </a:r>
          </a:p>
        </p:txBody>
      </p:sp>
      <p:sp>
        <p:nvSpPr>
          <p:cNvPr id="11" name="텍스트 개체 틀 21">
            <a:extLst>
              <a:ext uri="{FF2B5EF4-FFF2-40B4-BE49-F238E27FC236}">
                <a16:creationId xmlns:a16="http://schemas.microsoft.com/office/drawing/2014/main" id="{CAD6E9CA-8B76-2F17-3948-4E28D1298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6624" y="384622"/>
            <a:ext cx="2211750" cy="221599"/>
          </a:xfrm>
        </p:spPr>
        <p:txBody>
          <a:bodyPr wrap="square" lIns="0" tIns="0" rIns="0" bIns="0">
            <a:spAutoFit/>
          </a:bodyPr>
          <a:lstStyle>
            <a:lvl1pPr algn="r">
              <a:buNone/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2pPr>
            <a:lvl3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3pPr>
            <a:lvl4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4pPr>
            <a:lvl5pPr algn="r">
              <a:defRPr lang="ko-KR" altLang="en-US" sz="1600" kern="12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5pPr>
          </a:lstStyle>
          <a:p>
            <a:pPr lvl="0"/>
            <a:r>
              <a:rPr lang="en-US" altLang="ko-KR"/>
              <a:t>Category</a:t>
            </a:r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9F54608-CDA9-26C6-6BEF-EAE713BC1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4061757"/>
            <a:ext cx="4418374" cy="861774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ko-KR" sz="28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>
              <a:defRPr lang="ko-KR" altLang="en-US" sz="28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2pPr>
            <a:lvl3pPr>
              <a:defRPr lang="ko-KR" altLang="en-US" sz="28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3pPr>
            <a:lvl4pPr>
              <a:defRPr lang="ko-KR" altLang="en-US" sz="28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4pPr>
            <a:lvl5pPr>
              <a:defRPr lang="ko-KR" altLang="en-US" sz="2800" kern="12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5pPr>
          </a:lstStyle>
          <a:p>
            <a:r>
              <a:rPr lang="ko-KR" altLang="en-US" sz="28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페이지별 제목을 입력해주시길 바랍니다</a:t>
            </a:r>
            <a:endParaRPr lang="en-US" altLang="ko-KR" sz="280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FC7AC750-60DB-B33E-459B-9427FEA2DD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5169752"/>
            <a:ext cx="4418374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kern="1200" smtClean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  <a:lvl2pPr>
              <a:defRPr lang="ko-KR" altLang="en-US" sz="1600" kern="1200" smtClean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2pPr>
            <a:lvl3pPr>
              <a:defRPr lang="ko-KR" altLang="en-US" sz="1600" kern="1200" smtClean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3pPr>
            <a:lvl4pPr>
              <a:defRPr lang="ko-KR" altLang="en-US" sz="1600" kern="1200" smtClean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4pPr>
            <a:lvl5pPr>
              <a:defRPr lang="ko-KR" altLang="en-US" sz="1600" kern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5pPr>
          </a:lstStyle>
          <a:p>
            <a:pPr lvl="0"/>
            <a:r>
              <a:rPr lang="ko-KR" altLang="en-US"/>
              <a:t>본문을 적어주세요</a:t>
            </a:r>
            <a:r>
              <a:rPr lang="en-US" altLang="ko-KR"/>
              <a:t> </a:t>
            </a:r>
            <a:r>
              <a:rPr lang="ko-KR" altLang="en-US"/>
              <a:t>첫번째줄</a:t>
            </a:r>
            <a:endParaRPr lang="en-US" altLang="ko-KR"/>
          </a:p>
          <a:p>
            <a:pPr lvl="0"/>
            <a:r>
              <a:rPr lang="ko-KR" altLang="en-US"/>
              <a:t>본문을 적어주세요 두번째줄</a:t>
            </a:r>
          </a:p>
          <a:p>
            <a:pPr lvl="0"/>
            <a:r>
              <a:rPr lang="ko-KR" altLang="en-US"/>
              <a:t>본문을 적어주세요 세번째줄</a:t>
            </a:r>
            <a:endParaRPr lang="en-US" altLang="ko-KR"/>
          </a:p>
          <a:p>
            <a:pPr lvl="0"/>
            <a:r>
              <a:rPr lang="ko-KR" altLang="en-US"/>
              <a:t>본문을 적어주세요 네번째줄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44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70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365127"/>
            <a:ext cx="44362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1825625"/>
            <a:ext cx="443626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6356352"/>
            <a:ext cx="1157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14326-B176-4471-95AA-F1BE8DCB13F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6356352"/>
            <a:ext cx="17359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6356352"/>
            <a:ext cx="1157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976C1-4039-4857-AE7A-00CB0F518A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79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</p:sldLayoutIdLs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30324-B9D7-9C04-A99D-791906F1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0FD4124-A4A8-05CF-69DC-F468AD3F7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C1D5078-5685-927D-038E-797E0F0E5142}"/>
              </a:ext>
            </a:extLst>
          </p:cNvPr>
          <p:cNvSpPr/>
          <p:nvPr/>
        </p:nvSpPr>
        <p:spPr>
          <a:xfrm>
            <a:off x="0" y="0"/>
            <a:ext cx="514350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0705E7-11D3-670E-1572-6381ED02833A}"/>
              </a:ext>
            </a:extLst>
          </p:cNvPr>
          <p:cNvSpPr/>
          <p:nvPr/>
        </p:nvSpPr>
        <p:spPr>
          <a:xfrm flipV="1">
            <a:off x="0" y="3429000"/>
            <a:ext cx="5143500" cy="3429000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A65F1-76BD-9BC8-9FBB-A2B15866EF02}"/>
              </a:ext>
            </a:extLst>
          </p:cNvPr>
          <p:cNvSpPr txBox="1"/>
          <p:nvPr/>
        </p:nvSpPr>
        <p:spPr>
          <a:xfrm>
            <a:off x="360000" y="4527947"/>
            <a:ext cx="4423500" cy="12311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spAutoFit/>
          </a:bodyPr>
          <a:lstStyle/>
          <a:p>
            <a:r>
              <a:rPr lang="ko-KR" altLang="en-US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여기다</a:t>
            </a:r>
            <a:endParaRPr lang="en-US" altLang="ko-KR" sz="400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제목을 쓰면 됩니다</a:t>
            </a:r>
            <a:endParaRPr lang="en-US" altLang="ko-KR" sz="400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269D3-8046-F41D-64E5-713EB9B8243D}"/>
              </a:ext>
            </a:extLst>
          </p:cNvPr>
          <p:cNvSpPr txBox="1"/>
          <p:nvPr/>
        </p:nvSpPr>
        <p:spPr>
          <a:xfrm>
            <a:off x="36000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SRC Plus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90B71-74E6-6047-BCF0-C354CDDE8042}"/>
              </a:ext>
            </a:extLst>
          </p:cNvPr>
          <p:cNvSpPr txBox="1"/>
          <p:nvPr/>
        </p:nvSpPr>
        <p:spPr>
          <a:xfrm>
            <a:off x="257175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</a:t>
            </a:r>
            <a:r>
              <a:rPr lang="ko-KR" altLang="en-US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카테고리</a:t>
            </a:r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D2774-FEB4-2E85-7724-7D8C7C934336}"/>
              </a:ext>
            </a:extLst>
          </p:cNvPr>
          <p:cNvSpPr txBox="1"/>
          <p:nvPr/>
        </p:nvSpPr>
        <p:spPr>
          <a:xfrm>
            <a:off x="360000" y="5877638"/>
            <a:ext cx="442350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뒤 이미지는 예시입니다</a:t>
            </a:r>
            <a:endParaRPr lang="en-US" altLang="ko-KR" sz="160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1938C0-CB17-9CBD-394B-7DED1F948362}"/>
              </a:ext>
            </a:extLst>
          </p:cNvPr>
          <p:cNvSpPr/>
          <p:nvPr/>
        </p:nvSpPr>
        <p:spPr>
          <a:xfrm>
            <a:off x="-857250" y="0"/>
            <a:ext cx="80645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31C395B-5D20-25CE-B119-32C964305F24}"/>
              </a:ext>
            </a:extLst>
          </p:cNvPr>
          <p:cNvSpPr/>
          <p:nvPr/>
        </p:nvSpPr>
        <p:spPr>
          <a:xfrm flipV="1">
            <a:off x="-857250" y="3429000"/>
            <a:ext cx="806450" cy="3429000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D392C-3C40-95A1-C67D-4FC2D407D115}"/>
              </a:ext>
            </a:extLst>
          </p:cNvPr>
          <p:cNvSpPr txBox="1"/>
          <p:nvPr/>
        </p:nvSpPr>
        <p:spPr>
          <a:xfrm>
            <a:off x="2571750" y="6474964"/>
            <a:ext cx="221175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이미지 출처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AI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lang="en-US" altLang="ko-KR" sz="1000">
              <a:solidFill>
                <a:schemeClr val="bg1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45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91E9-D22C-83E6-496D-F714ADE4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FBD14F9-C933-3363-E4F0-BC39CFBAB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47E5832-1A0B-558D-E9AB-9C6084755342}"/>
              </a:ext>
            </a:extLst>
          </p:cNvPr>
          <p:cNvSpPr/>
          <p:nvPr/>
        </p:nvSpPr>
        <p:spPr>
          <a:xfrm flipV="1">
            <a:off x="0" y="2562225"/>
            <a:ext cx="5143500" cy="4295775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EDBBE1-D92F-71D6-C983-2CFB12385112}"/>
              </a:ext>
            </a:extLst>
          </p:cNvPr>
          <p:cNvSpPr/>
          <p:nvPr/>
        </p:nvSpPr>
        <p:spPr>
          <a:xfrm>
            <a:off x="0" y="0"/>
            <a:ext cx="514350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D91AC4-8065-1855-1CE6-07FED0CAE27E}"/>
              </a:ext>
            </a:extLst>
          </p:cNvPr>
          <p:cNvSpPr txBox="1"/>
          <p:nvPr/>
        </p:nvSpPr>
        <p:spPr>
          <a:xfrm>
            <a:off x="36000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SRC Plus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DBFC51-F3AA-DC93-13FE-1BF3A26CEB60}"/>
              </a:ext>
            </a:extLst>
          </p:cNvPr>
          <p:cNvSpPr txBox="1"/>
          <p:nvPr/>
        </p:nvSpPr>
        <p:spPr>
          <a:xfrm>
            <a:off x="257175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</a:t>
            </a:r>
            <a:r>
              <a:rPr lang="ko-KR" altLang="en-US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카테고리</a:t>
            </a:r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13B68-0481-BBD4-0080-72DD8D4FDC61}"/>
              </a:ext>
            </a:extLst>
          </p:cNvPr>
          <p:cNvSpPr txBox="1"/>
          <p:nvPr/>
        </p:nvSpPr>
        <p:spPr>
          <a:xfrm>
            <a:off x="360000" y="5169752"/>
            <a:ext cx="4423500" cy="1076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첫번째 줄</a:t>
            </a:r>
            <a:endParaRPr lang="en-US" altLang="ko-KR" sz="120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두번째 줄</a:t>
            </a:r>
            <a:endParaRPr lang="en-US" altLang="ko-KR" sz="120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세번째 줄</a:t>
            </a:r>
            <a:endParaRPr lang="en-US" altLang="ko-KR" sz="120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최대 네번째 줄까지</a:t>
            </a:r>
            <a:endParaRPr lang="en-US" altLang="ko-KR" sz="120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1C4EE-51E7-7593-E5B4-E1D49ECA050B}"/>
              </a:ext>
            </a:extLst>
          </p:cNvPr>
          <p:cNvSpPr txBox="1"/>
          <p:nvPr/>
        </p:nvSpPr>
        <p:spPr>
          <a:xfrm>
            <a:off x="360000" y="4492644"/>
            <a:ext cx="442350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spAutoFit/>
          </a:bodyPr>
          <a:lstStyle/>
          <a:p>
            <a:r>
              <a:rPr lang="ko-KR" altLang="en-US" sz="28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여기는 페이지별 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6CDCF4-A35A-8F2E-14BF-7E40495B5F2F}"/>
              </a:ext>
            </a:extLst>
          </p:cNvPr>
          <p:cNvSpPr/>
          <p:nvPr/>
        </p:nvSpPr>
        <p:spPr>
          <a:xfrm flipV="1">
            <a:off x="-857250" y="2562225"/>
            <a:ext cx="806450" cy="4295775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FC03AB-1028-A102-AE24-BAB1483630CA}"/>
              </a:ext>
            </a:extLst>
          </p:cNvPr>
          <p:cNvSpPr/>
          <p:nvPr/>
        </p:nvSpPr>
        <p:spPr>
          <a:xfrm>
            <a:off x="-857250" y="0"/>
            <a:ext cx="80645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D9A2E-81F6-A31D-2446-FDEFF81D7164}"/>
              </a:ext>
            </a:extLst>
          </p:cNvPr>
          <p:cNvSpPr txBox="1"/>
          <p:nvPr/>
        </p:nvSpPr>
        <p:spPr>
          <a:xfrm>
            <a:off x="2571750" y="6474964"/>
            <a:ext cx="221175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이미지 출처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AI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lang="en-US" altLang="ko-KR" sz="1000">
              <a:solidFill>
                <a:schemeClr val="bg1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128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1038-0884-ED2B-3DA3-70374568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29BA487-4852-D306-F418-811C1AAC2F7B}"/>
              </a:ext>
            </a:extLst>
          </p:cNvPr>
          <p:cNvSpPr/>
          <p:nvPr/>
        </p:nvSpPr>
        <p:spPr>
          <a:xfrm flipV="1">
            <a:off x="0" y="-2"/>
            <a:ext cx="5143500" cy="6858001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8E83A1-A449-4E6C-2978-5658ADB2DEF5}"/>
              </a:ext>
            </a:extLst>
          </p:cNvPr>
          <p:cNvSpPr txBox="1"/>
          <p:nvPr/>
        </p:nvSpPr>
        <p:spPr>
          <a:xfrm>
            <a:off x="36000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SRC Plus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1C740-A340-AA6E-4ACA-67C64C265D2C}"/>
              </a:ext>
            </a:extLst>
          </p:cNvPr>
          <p:cNvSpPr txBox="1"/>
          <p:nvPr/>
        </p:nvSpPr>
        <p:spPr>
          <a:xfrm>
            <a:off x="360000" y="2801294"/>
            <a:ext cx="4423500" cy="1255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en-US" sz="14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리포트에서 이어질 내용 한줄로 간략히</a:t>
            </a:r>
            <a:r>
              <a:rPr lang="en-US" altLang="ko-KR" sz="14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</a:t>
            </a:r>
            <a:r>
              <a:rPr lang="ko-KR" altLang="en-US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대한</a:t>
            </a:r>
            <a:endParaRPr lang="en-US" altLang="ko-KR" sz="140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더 자세한 이야기와</a:t>
            </a:r>
            <a:r>
              <a:rPr lang="en-US" altLang="ko-KR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다른 다양한 주제에 대한 리포트는</a:t>
            </a:r>
            <a:endParaRPr lang="en-US" altLang="ko-KR" sz="140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SRC_Plus</a:t>
            </a:r>
            <a:r>
              <a:rPr lang="en-US" altLang="ko-KR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페이지</a:t>
            </a:r>
            <a:r>
              <a:rPr lang="en-US" altLang="ko-KR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 https://srcplus.vercel.app/ )</a:t>
            </a:r>
            <a:r>
              <a:rPr lang="ko-KR" altLang="en-US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</a:t>
            </a:r>
            <a:endParaRPr lang="en-US" altLang="ko-KR" sz="140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무료로 만나보실 수 있습니다</a:t>
            </a:r>
            <a:r>
              <a:rPr lang="en-US" altLang="ko-KR" sz="14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F3943-2AA5-5EAB-2579-5E87810B82BA}"/>
              </a:ext>
            </a:extLst>
          </p:cNvPr>
          <p:cNvSpPr txBox="1"/>
          <p:nvPr/>
        </p:nvSpPr>
        <p:spPr>
          <a:xfrm>
            <a:off x="257175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</a:t>
            </a:r>
            <a:r>
              <a:rPr lang="ko-KR" altLang="en-US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카테고리</a:t>
            </a:r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F86C6-A825-0ED5-51B3-C22FBF9688E6}"/>
              </a:ext>
            </a:extLst>
          </p:cNvPr>
          <p:cNvSpPr txBox="1"/>
          <p:nvPr/>
        </p:nvSpPr>
        <p:spPr>
          <a:xfrm>
            <a:off x="2571750" y="6474964"/>
            <a:ext cx="221175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이미지 출처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AI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  <a:endParaRPr lang="en-US" altLang="ko-KR" sz="1000">
              <a:solidFill>
                <a:schemeClr val="bg1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0B568-C55B-B7DC-D26A-13DE224D5B05}"/>
              </a:ext>
            </a:extLst>
          </p:cNvPr>
          <p:cNvSpPr txBox="1"/>
          <p:nvPr/>
        </p:nvSpPr>
        <p:spPr>
          <a:xfrm>
            <a:off x="-2518807" y="2788594"/>
            <a:ext cx="2338807" cy="285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</a:t>
            </a:r>
            <a:r>
              <a:rPr lang="ko-KR" altLang="en-US" sz="14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본문 마지막 페이지 이미지 활용</a:t>
            </a:r>
            <a:endParaRPr lang="en-US" altLang="ko-KR" sz="14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2600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0" tIns="0" rIns="0" bIns="0" rtlCol="0" anchor="b">
        <a:spAutoFit/>
      </a:bodyPr>
      <a:lstStyle>
        <a:defPPr algn="l">
          <a:defRPr sz="4000" smtClean="0">
            <a:solidFill>
              <a:schemeClr val="bg1"/>
            </a:solidFill>
            <a:latin typeface="Pretendard ExtraBold" panose="02000903000000020004" pitchFamily="50" charset="-127"/>
            <a:ea typeface="Pretendard ExtraBold" panose="02000903000000020004" pitchFamily="50" charset="-127"/>
            <a:cs typeface="Pretendard ExtraBold" panose="020009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509</TotalTime>
  <Words>94</Words>
  <Application>Microsoft Office PowerPoint</Application>
  <PresentationFormat>사용자 지정</PresentationFormat>
  <Paragraphs>22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Pretendard ExtraBold</vt:lpstr>
      <vt:lpstr>Pretendard Light</vt:lpstr>
      <vt:lpstr>Pretendard Medium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진빈 최</dc:creator>
  <cp:lastModifiedBy>진빈 최</cp:lastModifiedBy>
  <cp:revision>7</cp:revision>
  <dcterms:created xsi:type="dcterms:W3CDTF">2026-04-29T11:33:08Z</dcterms:created>
  <dcterms:modified xsi:type="dcterms:W3CDTF">2026-07-03T07:57:46Z</dcterms:modified>
</cp:coreProperties>
</file>