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8" r:id="rId2"/>
    <p:sldId id="261" r:id="rId3"/>
  </p:sldIdLst>
  <p:sldSz cx="51435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E3CA2183-218C-403B-A3BE-18A803E1B79D}">
          <p14:sldIdLst>
            <p14:sldId id="258"/>
          </p14:sldIdLst>
        </p14:section>
        <p14:section name="본문" id="{A723BFDD-2345-4BCE-9FED-891287D9B84F}">
          <p14:sldIdLst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5608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030" autoAdjust="0"/>
    <p:restoredTop sz="94522" autoAdjust="0"/>
  </p:normalViewPr>
  <p:slideViewPr>
    <p:cSldViewPr snapToGrid="0">
      <p:cViewPr>
        <p:scale>
          <a:sx n="75" d="100"/>
          <a:sy n="75" d="100"/>
        </p:scale>
        <p:origin x="2505" y="26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(미사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DF6D742E-E324-C0AB-A783-84B0A2C02579}"/>
              </a:ext>
            </a:extLst>
          </p:cNvPr>
          <p:cNvSpPr/>
          <p:nvPr userDrawn="1"/>
        </p:nvSpPr>
        <p:spPr>
          <a:xfrm>
            <a:off x="0" y="0"/>
            <a:ext cx="5143500" cy="1711331"/>
          </a:xfrm>
          <a:prstGeom prst="rect">
            <a:avLst/>
          </a:prstGeom>
          <a:gradFill>
            <a:gsLst>
              <a:gs pos="0">
                <a:schemeClr val="tx1">
                  <a:alpha val="75000"/>
                </a:schemeClr>
              </a:gs>
              <a:gs pos="100000">
                <a:schemeClr val="tx1">
                  <a:lumMod val="75000"/>
                  <a:lumOff val="25000"/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6DF424D-2524-CBB9-CBD6-BFF16073D8A5}"/>
              </a:ext>
            </a:extLst>
          </p:cNvPr>
          <p:cNvSpPr/>
          <p:nvPr userDrawn="1"/>
        </p:nvSpPr>
        <p:spPr>
          <a:xfrm flipV="1">
            <a:off x="0" y="3429000"/>
            <a:ext cx="5143500" cy="3429000"/>
          </a:xfrm>
          <a:prstGeom prst="rect">
            <a:avLst/>
          </a:prstGeom>
          <a:gradFill>
            <a:gsLst>
              <a:gs pos="50000">
                <a:schemeClr val="tx1">
                  <a:alpha val="75000"/>
                </a:schemeClr>
              </a:gs>
              <a:gs pos="100000">
                <a:schemeClr val="tx1">
                  <a:lumMod val="75000"/>
                  <a:lumOff val="25000"/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D6CB6AD-22A5-BE0F-EA1E-63AB8D73D97B}"/>
              </a:ext>
            </a:extLst>
          </p:cNvPr>
          <p:cNvSpPr txBox="1"/>
          <p:nvPr userDrawn="1"/>
        </p:nvSpPr>
        <p:spPr>
          <a:xfrm>
            <a:off x="360000" y="360000"/>
            <a:ext cx="2211750" cy="2462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ko-KR" sz="160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[Group Name]</a:t>
            </a:r>
          </a:p>
        </p:txBody>
      </p:sp>
      <p:sp>
        <p:nvSpPr>
          <p:cNvPr id="15" name="텍스트 개체 틀 13">
            <a:extLst>
              <a:ext uri="{FF2B5EF4-FFF2-40B4-BE49-F238E27FC236}">
                <a16:creationId xmlns:a16="http://schemas.microsoft.com/office/drawing/2014/main" id="{B954817F-21C8-4214-D7B7-B2957B46E89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5125" y="4651057"/>
            <a:ext cx="4418375" cy="1107996"/>
          </a:xfrm>
        </p:spPr>
        <p:txBody>
          <a:bodyPr lIns="0" tIns="0" rIns="0" bIns="0" anchor="b">
            <a:spAutoFit/>
          </a:bodyPr>
          <a:lstStyle>
            <a:lvl1pPr>
              <a:buNone/>
              <a:defRPr lang="ko-KR" altLang="en-US" sz="4000" kern="1200" smtClean="0">
                <a:solidFill>
                  <a:schemeClr val="bg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defRPr>
            </a:lvl1pPr>
            <a:lvl2pPr>
              <a:defRPr lang="ko-KR" altLang="en-US" sz="4000" kern="1200" smtClean="0">
                <a:solidFill>
                  <a:schemeClr val="bg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defRPr>
            </a:lvl2pPr>
            <a:lvl3pPr>
              <a:defRPr lang="ko-KR" altLang="en-US" sz="4000" kern="1200" smtClean="0">
                <a:solidFill>
                  <a:schemeClr val="bg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defRPr>
            </a:lvl3pPr>
            <a:lvl4pPr>
              <a:defRPr lang="ko-KR" altLang="en-US" sz="4000" kern="1200" smtClean="0">
                <a:solidFill>
                  <a:schemeClr val="bg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defRPr>
            </a:lvl4pPr>
            <a:lvl5pPr>
              <a:defRPr lang="ko-KR" altLang="en-US" sz="4000" kern="1200">
                <a:solidFill>
                  <a:schemeClr val="bg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defRPr>
            </a:lvl5pPr>
          </a:lstStyle>
          <a:p>
            <a:r>
              <a:rPr lang="ko-KR" altLang="en-US" sz="4000">
                <a:solidFill>
                  <a:schemeClr val="bg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한줄 소개를</a:t>
            </a:r>
            <a:r>
              <a:rPr lang="en-US" altLang="ko-KR" sz="4000">
                <a:solidFill>
                  <a:schemeClr val="bg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en-US" sz="4000">
                <a:solidFill>
                  <a:schemeClr val="bg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입력해주세요</a:t>
            </a:r>
            <a:endParaRPr lang="en-US" altLang="ko-KR" sz="4000">
              <a:solidFill>
                <a:schemeClr val="bg1"/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20" name="텍스트 개체 틀 18">
            <a:extLst>
              <a:ext uri="{FF2B5EF4-FFF2-40B4-BE49-F238E27FC236}">
                <a16:creationId xmlns:a16="http://schemas.microsoft.com/office/drawing/2014/main" id="{5713F299-DD6D-C85E-F53E-20708ED1D5F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000" y="5877638"/>
            <a:ext cx="4418374" cy="276999"/>
          </a:xfrm>
        </p:spPr>
        <p:txBody>
          <a:bodyPr wrap="square" lIns="0" tIns="0" rIns="0" bIns="0" anchor="ctr">
            <a:spAutoFit/>
          </a:bodyPr>
          <a:lstStyle>
            <a:lvl1pPr>
              <a:buNone/>
              <a:defRPr lang="ko-KR" altLang="en-US" sz="2000" kern="1200" smtClean="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defRPr>
            </a:lvl1pPr>
            <a:lvl2pPr>
              <a:defRPr lang="ko-KR" altLang="en-US" sz="2000" kern="1200" smtClean="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defRPr>
            </a:lvl2pPr>
            <a:lvl3pPr>
              <a:defRPr lang="ko-KR" altLang="en-US" sz="2000" kern="1200" smtClean="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defRPr>
            </a:lvl3pPr>
            <a:lvl4pPr>
              <a:defRPr lang="ko-KR" altLang="en-US" sz="2000" kern="1200" smtClean="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defRPr>
            </a:lvl4pPr>
            <a:lvl5pPr>
              <a:defRPr lang="ko-KR" altLang="en-US" sz="2000" kern="120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defRPr>
            </a:lvl5pPr>
          </a:lstStyle>
          <a:p>
            <a:pPr lvl="0"/>
            <a:r>
              <a:rPr lang="ko-KR" altLang="en-US"/>
              <a:t>제목을 입력해주세요</a:t>
            </a:r>
          </a:p>
        </p:txBody>
      </p:sp>
      <p:sp>
        <p:nvSpPr>
          <p:cNvPr id="23" name="텍스트 개체 틀 21">
            <a:extLst>
              <a:ext uri="{FF2B5EF4-FFF2-40B4-BE49-F238E27FC236}">
                <a16:creationId xmlns:a16="http://schemas.microsoft.com/office/drawing/2014/main" id="{E5697281-E9D7-5584-C521-85B36866A06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66624" y="384622"/>
            <a:ext cx="2211750" cy="221599"/>
          </a:xfrm>
        </p:spPr>
        <p:txBody>
          <a:bodyPr wrap="square" lIns="0" tIns="0" rIns="0" bIns="0">
            <a:spAutoFit/>
          </a:bodyPr>
          <a:lstStyle>
            <a:lvl1pPr algn="r">
              <a:buNone/>
              <a:defRPr lang="ko-KR" altLang="en-US" sz="1600" kern="1200" smtClean="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defRPr>
            </a:lvl1pPr>
            <a:lvl2pPr algn="r">
              <a:defRPr lang="ko-KR" altLang="en-US" sz="1600" kern="1200" smtClean="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defRPr>
            </a:lvl2pPr>
            <a:lvl3pPr algn="r">
              <a:defRPr lang="ko-KR" altLang="en-US" sz="1600" kern="1200" smtClean="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defRPr>
            </a:lvl3pPr>
            <a:lvl4pPr algn="r">
              <a:defRPr lang="ko-KR" altLang="en-US" sz="1600" kern="1200" smtClean="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defRPr>
            </a:lvl4pPr>
            <a:lvl5pPr algn="r">
              <a:defRPr lang="ko-KR" altLang="en-US" sz="1600" kern="120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defRPr>
            </a:lvl5pPr>
          </a:lstStyle>
          <a:p>
            <a:pPr lvl="0"/>
            <a:r>
              <a:rPr lang="en-US" altLang="ko-KR"/>
              <a:t>Category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13177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(미사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6A33F36F-E3DB-6460-457D-F1BF6BDAD536}"/>
              </a:ext>
            </a:extLst>
          </p:cNvPr>
          <p:cNvSpPr/>
          <p:nvPr userDrawn="1"/>
        </p:nvSpPr>
        <p:spPr>
          <a:xfrm flipV="1">
            <a:off x="0" y="2562225"/>
            <a:ext cx="5143500" cy="4295775"/>
          </a:xfrm>
          <a:prstGeom prst="rect">
            <a:avLst/>
          </a:prstGeom>
          <a:gradFill>
            <a:gsLst>
              <a:gs pos="50000">
                <a:schemeClr val="tx1">
                  <a:alpha val="75000"/>
                </a:schemeClr>
              </a:gs>
              <a:gs pos="100000">
                <a:schemeClr val="tx1">
                  <a:lumMod val="75000"/>
                  <a:lumOff val="25000"/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8F3E216-A347-D05F-3C6F-66BB79C5211B}"/>
              </a:ext>
            </a:extLst>
          </p:cNvPr>
          <p:cNvSpPr/>
          <p:nvPr userDrawn="1"/>
        </p:nvSpPr>
        <p:spPr>
          <a:xfrm>
            <a:off x="0" y="0"/>
            <a:ext cx="5143500" cy="1711331"/>
          </a:xfrm>
          <a:prstGeom prst="rect">
            <a:avLst/>
          </a:prstGeom>
          <a:gradFill>
            <a:gsLst>
              <a:gs pos="0">
                <a:schemeClr val="tx1">
                  <a:alpha val="75000"/>
                </a:schemeClr>
              </a:gs>
              <a:gs pos="100000">
                <a:schemeClr val="tx1">
                  <a:lumMod val="75000"/>
                  <a:lumOff val="25000"/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8EBF0DB-F0C6-DBB0-0E4F-8F6695193F4D}"/>
              </a:ext>
            </a:extLst>
          </p:cNvPr>
          <p:cNvSpPr txBox="1"/>
          <p:nvPr userDrawn="1"/>
        </p:nvSpPr>
        <p:spPr>
          <a:xfrm>
            <a:off x="360000" y="360000"/>
            <a:ext cx="2211750" cy="2462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ko-KR" sz="160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[Group Name]</a:t>
            </a:r>
          </a:p>
        </p:txBody>
      </p:sp>
      <p:sp>
        <p:nvSpPr>
          <p:cNvPr id="11" name="텍스트 개체 틀 21">
            <a:extLst>
              <a:ext uri="{FF2B5EF4-FFF2-40B4-BE49-F238E27FC236}">
                <a16:creationId xmlns:a16="http://schemas.microsoft.com/office/drawing/2014/main" id="{CAD6E9CA-8B76-2F17-3948-4E28D12984F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66624" y="384622"/>
            <a:ext cx="2211750" cy="221599"/>
          </a:xfrm>
        </p:spPr>
        <p:txBody>
          <a:bodyPr wrap="square" lIns="0" tIns="0" rIns="0" bIns="0">
            <a:spAutoFit/>
          </a:bodyPr>
          <a:lstStyle>
            <a:lvl1pPr algn="r">
              <a:buNone/>
              <a:defRPr lang="ko-KR" altLang="en-US" sz="1600" kern="1200" smtClean="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defRPr>
            </a:lvl1pPr>
            <a:lvl2pPr algn="r">
              <a:defRPr lang="ko-KR" altLang="en-US" sz="1600" kern="1200" smtClean="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defRPr>
            </a:lvl2pPr>
            <a:lvl3pPr algn="r">
              <a:defRPr lang="ko-KR" altLang="en-US" sz="1600" kern="1200" smtClean="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defRPr>
            </a:lvl3pPr>
            <a:lvl4pPr algn="r">
              <a:defRPr lang="ko-KR" altLang="en-US" sz="1600" kern="1200" smtClean="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defRPr>
            </a:lvl4pPr>
            <a:lvl5pPr algn="r">
              <a:defRPr lang="ko-KR" altLang="en-US" sz="1600" kern="120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defRPr>
            </a:lvl5pPr>
          </a:lstStyle>
          <a:p>
            <a:pPr lvl="0"/>
            <a:r>
              <a:rPr lang="en-US" altLang="ko-KR"/>
              <a:t>Category</a:t>
            </a:r>
            <a:endParaRPr lang="ko-KR" altLang="en-US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59F54608-CDA9-26C6-6BEF-EAE713BC138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60000" y="4061757"/>
            <a:ext cx="4418374" cy="861774"/>
          </a:xfrm>
        </p:spPr>
        <p:txBody>
          <a:bodyPr wrap="square" lIns="0" tIns="0" rIns="0" bIns="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altLang="ko-KR" sz="2800" kern="1200" smtClean="0">
                <a:solidFill>
                  <a:schemeClr val="bg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defRPr>
            </a:lvl1pPr>
            <a:lvl2pPr>
              <a:defRPr lang="ko-KR" altLang="en-US" sz="2800" kern="1200" smtClean="0">
                <a:solidFill>
                  <a:schemeClr val="bg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defRPr>
            </a:lvl2pPr>
            <a:lvl3pPr>
              <a:defRPr lang="ko-KR" altLang="en-US" sz="2800" kern="1200" smtClean="0">
                <a:solidFill>
                  <a:schemeClr val="bg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defRPr>
            </a:lvl3pPr>
            <a:lvl4pPr>
              <a:defRPr lang="ko-KR" altLang="en-US" sz="2800" kern="1200" smtClean="0">
                <a:solidFill>
                  <a:schemeClr val="bg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defRPr>
            </a:lvl4pPr>
            <a:lvl5pPr>
              <a:defRPr lang="ko-KR" altLang="en-US" sz="2800" kern="1200">
                <a:solidFill>
                  <a:schemeClr val="bg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defRPr>
            </a:lvl5pPr>
          </a:lstStyle>
          <a:p>
            <a:r>
              <a:rPr lang="ko-KR" altLang="en-US" sz="2800">
                <a:solidFill>
                  <a:schemeClr val="bg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페이지별 제목을 입력해주시길 바랍니다</a:t>
            </a:r>
            <a:endParaRPr lang="en-US" altLang="ko-KR" sz="2800">
              <a:solidFill>
                <a:schemeClr val="bg1"/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16" name="텍스트 개체 틀 14">
            <a:extLst>
              <a:ext uri="{FF2B5EF4-FFF2-40B4-BE49-F238E27FC236}">
                <a16:creationId xmlns:a16="http://schemas.microsoft.com/office/drawing/2014/main" id="{FC7AC750-60DB-B33E-459B-9427FEA2DDE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60000" y="5169752"/>
            <a:ext cx="4418374" cy="984885"/>
          </a:xfr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ko-KR" altLang="en-US" sz="1600" kern="1200" smtClean="0">
                <a:solidFill>
                  <a:schemeClr val="bg1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defRPr>
            </a:lvl1pPr>
            <a:lvl2pPr>
              <a:defRPr lang="ko-KR" altLang="en-US" sz="1600" kern="1200" smtClean="0">
                <a:solidFill>
                  <a:schemeClr val="bg1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defRPr>
            </a:lvl2pPr>
            <a:lvl3pPr>
              <a:defRPr lang="ko-KR" altLang="en-US" sz="1600" kern="1200" smtClean="0">
                <a:solidFill>
                  <a:schemeClr val="bg1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defRPr>
            </a:lvl3pPr>
            <a:lvl4pPr>
              <a:defRPr lang="ko-KR" altLang="en-US" sz="1600" kern="1200" smtClean="0">
                <a:solidFill>
                  <a:schemeClr val="bg1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defRPr>
            </a:lvl4pPr>
            <a:lvl5pPr>
              <a:defRPr lang="ko-KR" altLang="en-US" sz="1600" kern="1200">
                <a:solidFill>
                  <a:schemeClr val="bg1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defRPr>
            </a:lvl5pPr>
          </a:lstStyle>
          <a:p>
            <a:pPr lvl="0"/>
            <a:r>
              <a:rPr lang="ko-KR" altLang="en-US"/>
              <a:t>본문을 적어주세요</a:t>
            </a:r>
            <a:r>
              <a:rPr lang="en-US" altLang="ko-KR"/>
              <a:t> </a:t>
            </a:r>
            <a:r>
              <a:rPr lang="ko-KR" altLang="en-US"/>
              <a:t>첫번째줄</a:t>
            </a:r>
            <a:endParaRPr lang="en-US" altLang="ko-KR"/>
          </a:p>
          <a:p>
            <a:pPr lvl="0"/>
            <a:r>
              <a:rPr lang="ko-KR" altLang="en-US"/>
              <a:t>본문을 적어주세요 두번째줄</a:t>
            </a:r>
          </a:p>
          <a:p>
            <a:pPr lvl="0"/>
            <a:r>
              <a:rPr lang="ko-KR" altLang="en-US"/>
              <a:t>본문을 적어주세요 세번째줄</a:t>
            </a:r>
            <a:endParaRPr lang="en-US" altLang="ko-KR"/>
          </a:p>
          <a:p>
            <a:pPr lvl="0"/>
            <a:r>
              <a:rPr lang="ko-KR" altLang="en-US"/>
              <a:t>본문을 적어주세요 네번째줄</a:t>
            </a:r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774448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53616" y="365127"/>
            <a:ext cx="4436269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3616" y="1825625"/>
            <a:ext cx="4436269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53615" y="6356352"/>
            <a:ext cx="115728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7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F14326-B176-4471-95AA-F1BE8DCB13F8}" type="datetimeFigureOut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703785" y="6356352"/>
            <a:ext cx="173593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7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632597" y="6356352"/>
            <a:ext cx="115728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65976C1-4039-4857-AE7A-00CB0F518A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77909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3" r:id="rId2"/>
  </p:sldLayoutIdLst>
  <p:txStyles>
    <p:titleStyle>
      <a:lvl1pPr algn="l" defTabSz="514350" rtl="0" eaLnBrk="1" latinLnBrk="1" hangingPunct="1">
        <a:lnSpc>
          <a:spcPct val="90000"/>
        </a:lnSpc>
        <a:spcBef>
          <a:spcPct val="0"/>
        </a:spcBef>
        <a:buNone/>
        <a:defRPr sz="24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28588" indent="-128588" algn="l" defTabSz="514350" rtl="0" eaLnBrk="1" latinLnBrk="1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1575" kern="1200">
          <a:solidFill>
            <a:schemeClr val="tx1"/>
          </a:solidFill>
          <a:latin typeface="+mn-lt"/>
          <a:ea typeface="+mn-ea"/>
          <a:cs typeface="+mn-cs"/>
        </a:defRPr>
      </a:lvl1pPr>
      <a:lvl2pPr marL="385763" indent="-128588" algn="l" defTabSz="514350" rtl="0" eaLnBrk="1" latinLnBrk="1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42938" indent="-128588" algn="l" defTabSz="514350" rtl="0" eaLnBrk="1" latinLnBrk="1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125" kern="1200">
          <a:solidFill>
            <a:schemeClr val="tx1"/>
          </a:solidFill>
          <a:latin typeface="+mn-lt"/>
          <a:ea typeface="+mn-ea"/>
          <a:cs typeface="+mn-cs"/>
        </a:defRPr>
      </a:lvl3pPr>
      <a:lvl4pPr marL="900113" indent="-128588" algn="l" defTabSz="514350" rtl="0" eaLnBrk="1" latinLnBrk="1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4pPr>
      <a:lvl5pPr marL="1157288" indent="-128588" algn="l" defTabSz="514350" rtl="0" eaLnBrk="1" latinLnBrk="1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5pPr>
      <a:lvl6pPr marL="1414463" indent="-128588" algn="l" defTabSz="514350" rtl="0" eaLnBrk="1" latinLnBrk="1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6pPr>
      <a:lvl7pPr marL="1671638" indent="-128588" algn="l" defTabSz="514350" rtl="0" eaLnBrk="1" latinLnBrk="1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7pPr>
      <a:lvl8pPr marL="1928813" indent="-128588" algn="l" defTabSz="514350" rtl="0" eaLnBrk="1" latinLnBrk="1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8pPr>
      <a:lvl9pPr marL="2185988" indent="-128588" algn="l" defTabSz="514350" rtl="0" eaLnBrk="1" latinLnBrk="1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14350" rtl="0" eaLnBrk="1" latinLnBrk="1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1pPr>
      <a:lvl2pPr marL="257175" algn="l" defTabSz="514350" rtl="0" eaLnBrk="1" latinLnBrk="1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2pPr>
      <a:lvl3pPr marL="514350" algn="l" defTabSz="514350" rtl="0" eaLnBrk="1" latinLnBrk="1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3pPr>
      <a:lvl4pPr marL="771525" algn="l" defTabSz="514350" rtl="0" eaLnBrk="1" latinLnBrk="1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4pPr>
      <a:lvl5pPr marL="1028700" algn="l" defTabSz="514350" rtl="0" eaLnBrk="1" latinLnBrk="1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5pPr>
      <a:lvl6pPr marL="1285875" algn="l" defTabSz="514350" rtl="0" eaLnBrk="1" latinLnBrk="1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6pPr>
      <a:lvl7pPr marL="1543050" algn="l" defTabSz="514350" rtl="0" eaLnBrk="1" latinLnBrk="1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7pPr>
      <a:lvl8pPr marL="1800225" algn="l" defTabSz="514350" rtl="0" eaLnBrk="1" latinLnBrk="1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8pPr>
      <a:lvl9pPr marL="2057400" algn="l" defTabSz="514350" rtl="0" eaLnBrk="1" latinLnBrk="1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A30324-B9D7-9C04-A99D-791906F1D7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C0FD4124-A4A8-05CF-69DC-F468AD3F75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5143500" cy="6858000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2C1D5078-5685-927D-038E-797E0F0E5142}"/>
              </a:ext>
            </a:extLst>
          </p:cNvPr>
          <p:cNvSpPr/>
          <p:nvPr/>
        </p:nvSpPr>
        <p:spPr>
          <a:xfrm>
            <a:off x="0" y="0"/>
            <a:ext cx="5143500" cy="1711331"/>
          </a:xfrm>
          <a:prstGeom prst="rect">
            <a:avLst/>
          </a:prstGeom>
          <a:gradFill>
            <a:gsLst>
              <a:gs pos="0">
                <a:schemeClr val="tx1">
                  <a:alpha val="75000"/>
                </a:schemeClr>
              </a:gs>
              <a:gs pos="100000">
                <a:schemeClr val="tx1">
                  <a:lumMod val="75000"/>
                  <a:lumOff val="25000"/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F0705E7-11D3-670E-1572-6381ED02833A}"/>
              </a:ext>
            </a:extLst>
          </p:cNvPr>
          <p:cNvSpPr/>
          <p:nvPr/>
        </p:nvSpPr>
        <p:spPr>
          <a:xfrm flipV="1">
            <a:off x="0" y="3429000"/>
            <a:ext cx="5143500" cy="3429000"/>
          </a:xfrm>
          <a:prstGeom prst="rect">
            <a:avLst/>
          </a:prstGeom>
          <a:gradFill>
            <a:gsLst>
              <a:gs pos="50000">
                <a:schemeClr val="tx1">
                  <a:alpha val="75000"/>
                </a:schemeClr>
              </a:gs>
              <a:gs pos="100000">
                <a:schemeClr val="tx1">
                  <a:lumMod val="75000"/>
                  <a:lumOff val="25000"/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0A65F1-76BD-9BC8-9FBB-A2B15866EF02}"/>
              </a:ext>
            </a:extLst>
          </p:cNvPr>
          <p:cNvSpPr txBox="1"/>
          <p:nvPr/>
        </p:nvSpPr>
        <p:spPr>
          <a:xfrm>
            <a:off x="360000" y="4527947"/>
            <a:ext cx="4423500" cy="12311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spAutoFit/>
          </a:bodyPr>
          <a:lstStyle/>
          <a:p>
            <a:r>
              <a:rPr lang="ko-KR" altLang="en-US" sz="4000">
                <a:solidFill>
                  <a:schemeClr val="bg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여기다</a:t>
            </a:r>
            <a:endParaRPr lang="en-US" altLang="ko-KR" sz="4000">
              <a:solidFill>
                <a:schemeClr val="bg1"/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  <a:p>
            <a:r>
              <a:rPr lang="ko-KR" altLang="en-US" sz="4000">
                <a:solidFill>
                  <a:schemeClr val="bg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제목을 쓰면 됩니다</a:t>
            </a:r>
            <a:endParaRPr lang="en-US" altLang="ko-KR" sz="4000">
              <a:solidFill>
                <a:schemeClr val="bg1"/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AA269D3-8046-F41D-64E5-713EB9B8243D}"/>
              </a:ext>
            </a:extLst>
          </p:cNvPr>
          <p:cNvSpPr txBox="1"/>
          <p:nvPr/>
        </p:nvSpPr>
        <p:spPr>
          <a:xfrm>
            <a:off x="360000" y="360000"/>
            <a:ext cx="2211750" cy="2462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ko-KR" sz="160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SRC Plus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990B71-74E6-6047-BCF0-C354CDDE8042}"/>
              </a:ext>
            </a:extLst>
          </p:cNvPr>
          <p:cNvSpPr txBox="1"/>
          <p:nvPr/>
        </p:nvSpPr>
        <p:spPr>
          <a:xfrm>
            <a:off x="2571750" y="360000"/>
            <a:ext cx="2211750" cy="2462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spAutoFit/>
          </a:bodyPr>
          <a:lstStyle/>
          <a:p>
            <a:pPr algn="r"/>
            <a:r>
              <a:rPr lang="en-US" altLang="ko-KR" sz="160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[</a:t>
            </a:r>
            <a:r>
              <a:rPr lang="ko-KR" altLang="en-US" sz="160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카테고리</a:t>
            </a:r>
            <a:r>
              <a:rPr lang="en-US" altLang="ko-KR" sz="160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3D2774-FEB4-2E85-7724-7D8C7C934336}"/>
              </a:ext>
            </a:extLst>
          </p:cNvPr>
          <p:cNvSpPr txBox="1"/>
          <p:nvPr/>
        </p:nvSpPr>
        <p:spPr>
          <a:xfrm>
            <a:off x="360000" y="5877638"/>
            <a:ext cx="4423500" cy="2462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spAutoFit/>
          </a:bodyPr>
          <a:lstStyle/>
          <a:p>
            <a:r>
              <a:rPr lang="ko-KR" altLang="en-US" sz="160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이 뒤 이미지는 예시입니다</a:t>
            </a:r>
            <a:endParaRPr lang="en-US" altLang="ko-KR" sz="1600">
              <a:solidFill>
                <a:schemeClr val="bg1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C1938C0-CB17-9CBD-394B-7DED1F948362}"/>
              </a:ext>
            </a:extLst>
          </p:cNvPr>
          <p:cNvSpPr/>
          <p:nvPr/>
        </p:nvSpPr>
        <p:spPr>
          <a:xfrm>
            <a:off x="-857250" y="0"/>
            <a:ext cx="806450" cy="1711331"/>
          </a:xfrm>
          <a:prstGeom prst="rect">
            <a:avLst/>
          </a:prstGeom>
          <a:gradFill>
            <a:gsLst>
              <a:gs pos="0">
                <a:schemeClr val="tx1">
                  <a:alpha val="75000"/>
                </a:schemeClr>
              </a:gs>
              <a:gs pos="100000">
                <a:schemeClr val="tx1">
                  <a:lumMod val="75000"/>
                  <a:lumOff val="25000"/>
                  <a:alpha val="0"/>
                </a:schemeClr>
              </a:gs>
            </a:gsLst>
            <a:lin ang="5400000" scaled="1"/>
          </a:gra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31C395B-5D20-25CE-B119-32C964305F24}"/>
              </a:ext>
            </a:extLst>
          </p:cNvPr>
          <p:cNvSpPr/>
          <p:nvPr/>
        </p:nvSpPr>
        <p:spPr>
          <a:xfrm flipV="1">
            <a:off x="-857250" y="3429000"/>
            <a:ext cx="806450" cy="3429000"/>
          </a:xfrm>
          <a:prstGeom prst="rect">
            <a:avLst/>
          </a:prstGeom>
          <a:gradFill>
            <a:gsLst>
              <a:gs pos="50000">
                <a:schemeClr val="tx1">
                  <a:alpha val="75000"/>
                </a:schemeClr>
              </a:gs>
              <a:gs pos="100000">
                <a:schemeClr val="tx1">
                  <a:lumMod val="75000"/>
                  <a:lumOff val="25000"/>
                  <a:alpha val="0"/>
                </a:schemeClr>
              </a:gs>
            </a:gsLst>
            <a:lin ang="5400000" scaled="1"/>
          </a:gra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4522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0191E9-D22C-83E6-496D-F714ADE40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7FBD14F9-C933-3363-E4F0-BC39CFBAB2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5143500" cy="6858000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847E5832-1A0B-558D-E9AB-9C6084755342}"/>
              </a:ext>
            </a:extLst>
          </p:cNvPr>
          <p:cNvSpPr/>
          <p:nvPr/>
        </p:nvSpPr>
        <p:spPr>
          <a:xfrm flipV="1">
            <a:off x="0" y="2562225"/>
            <a:ext cx="5143500" cy="4295775"/>
          </a:xfrm>
          <a:prstGeom prst="rect">
            <a:avLst/>
          </a:prstGeom>
          <a:gradFill>
            <a:gsLst>
              <a:gs pos="50000">
                <a:schemeClr val="tx1">
                  <a:alpha val="75000"/>
                </a:schemeClr>
              </a:gs>
              <a:gs pos="100000">
                <a:schemeClr val="tx1">
                  <a:lumMod val="75000"/>
                  <a:lumOff val="25000"/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BEDBBE1-D92F-71D6-C983-2CFB12385112}"/>
              </a:ext>
            </a:extLst>
          </p:cNvPr>
          <p:cNvSpPr/>
          <p:nvPr/>
        </p:nvSpPr>
        <p:spPr>
          <a:xfrm>
            <a:off x="0" y="0"/>
            <a:ext cx="5143500" cy="1711331"/>
          </a:xfrm>
          <a:prstGeom prst="rect">
            <a:avLst/>
          </a:prstGeom>
          <a:gradFill>
            <a:gsLst>
              <a:gs pos="0">
                <a:schemeClr val="tx1">
                  <a:alpha val="75000"/>
                </a:schemeClr>
              </a:gs>
              <a:gs pos="100000">
                <a:schemeClr val="tx1">
                  <a:lumMod val="75000"/>
                  <a:lumOff val="25000"/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3D91AC4-8065-1855-1CE6-07FED0CAE27E}"/>
              </a:ext>
            </a:extLst>
          </p:cNvPr>
          <p:cNvSpPr txBox="1"/>
          <p:nvPr/>
        </p:nvSpPr>
        <p:spPr>
          <a:xfrm>
            <a:off x="360000" y="360000"/>
            <a:ext cx="2211750" cy="2462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ko-KR" sz="160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SRC Plus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8DBFC51-F3AA-DC93-13FE-1BF3A26CEB60}"/>
              </a:ext>
            </a:extLst>
          </p:cNvPr>
          <p:cNvSpPr txBox="1"/>
          <p:nvPr/>
        </p:nvSpPr>
        <p:spPr>
          <a:xfrm>
            <a:off x="2571750" y="360000"/>
            <a:ext cx="2211750" cy="2462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spAutoFit/>
          </a:bodyPr>
          <a:lstStyle/>
          <a:p>
            <a:pPr algn="r"/>
            <a:r>
              <a:rPr lang="en-US" altLang="ko-KR" sz="160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[</a:t>
            </a:r>
            <a:r>
              <a:rPr lang="ko-KR" altLang="en-US" sz="160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카테고리</a:t>
            </a:r>
            <a:r>
              <a:rPr lang="en-US" altLang="ko-KR" sz="160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]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213B68-0481-BBD4-0080-72DD8D4FDC61}"/>
              </a:ext>
            </a:extLst>
          </p:cNvPr>
          <p:cNvSpPr txBox="1"/>
          <p:nvPr/>
        </p:nvSpPr>
        <p:spPr>
          <a:xfrm>
            <a:off x="360000" y="5169752"/>
            <a:ext cx="4423500" cy="10760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>
                <a:solidFill>
                  <a:schemeClr val="bg1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첫번째 줄</a:t>
            </a:r>
            <a:endParaRPr lang="en-US" altLang="ko-KR" sz="1200">
              <a:solidFill>
                <a:schemeClr val="bg1"/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200">
                <a:solidFill>
                  <a:schemeClr val="bg1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두번째 줄</a:t>
            </a:r>
            <a:endParaRPr lang="en-US" altLang="ko-KR" sz="1200">
              <a:solidFill>
                <a:schemeClr val="bg1"/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200">
                <a:solidFill>
                  <a:schemeClr val="bg1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세번째 줄</a:t>
            </a:r>
            <a:endParaRPr lang="en-US" altLang="ko-KR" sz="1200">
              <a:solidFill>
                <a:schemeClr val="bg1"/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200">
                <a:solidFill>
                  <a:schemeClr val="bg1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최대 네번째 줄까지</a:t>
            </a:r>
            <a:endParaRPr lang="en-US" altLang="ko-KR" sz="1200">
              <a:solidFill>
                <a:schemeClr val="bg1"/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11C4EE-51E7-7593-E5B4-E1D49ECA050B}"/>
              </a:ext>
            </a:extLst>
          </p:cNvPr>
          <p:cNvSpPr txBox="1"/>
          <p:nvPr/>
        </p:nvSpPr>
        <p:spPr>
          <a:xfrm>
            <a:off x="360000" y="4492644"/>
            <a:ext cx="4423500" cy="4308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spAutoFit/>
          </a:bodyPr>
          <a:lstStyle/>
          <a:p>
            <a:r>
              <a:rPr lang="ko-KR" altLang="en-US" sz="2800">
                <a:solidFill>
                  <a:schemeClr val="bg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여기는 페이지별 제목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36CDCF4-A35A-8F2E-14BF-7E40495B5F2F}"/>
              </a:ext>
            </a:extLst>
          </p:cNvPr>
          <p:cNvSpPr/>
          <p:nvPr/>
        </p:nvSpPr>
        <p:spPr>
          <a:xfrm flipV="1">
            <a:off x="-857250" y="2562225"/>
            <a:ext cx="806450" cy="4295775"/>
          </a:xfrm>
          <a:prstGeom prst="rect">
            <a:avLst/>
          </a:prstGeom>
          <a:gradFill>
            <a:gsLst>
              <a:gs pos="50000">
                <a:schemeClr val="tx1">
                  <a:alpha val="75000"/>
                </a:schemeClr>
              </a:gs>
              <a:gs pos="100000">
                <a:schemeClr val="tx1">
                  <a:lumMod val="75000"/>
                  <a:lumOff val="25000"/>
                  <a:alpha val="0"/>
                </a:schemeClr>
              </a:gs>
            </a:gsLst>
            <a:lin ang="5400000" scaled="1"/>
          </a:gra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8FC03AB-1028-A102-AE24-BAB1483630CA}"/>
              </a:ext>
            </a:extLst>
          </p:cNvPr>
          <p:cNvSpPr/>
          <p:nvPr/>
        </p:nvSpPr>
        <p:spPr>
          <a:xfrm>
            <a:off x="-857250" y="0"/>
            <a:ext cx="806450" cy="1711331"/>
          </a:xfrm>
          <a:prstGeom prst="rect">
            <a:avLst/>
          </a:prstGeom>
          <a:gradFill>
            <a:gsLst>
              <a:gs pos="0">
                <a:schemeClr val="tx1">
                  <a:alpha val="75000"/>
                </a:schemeClr>
              </a:gs>
              <a:gs pos="100000">
                <a:schemeClr val="tx1">
                  <a:lumMod val="75000"/>
                  <a:lumOff val="25000"/>
                  <a:alpha val="0"/>
                </a:schemeClr>
              </a:gs>
            </a:gsLst>
            <a:lin ang="5400000" scaled="1"/>
          </a:gra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F3C7E69-7BDC-6A05-5E94-398D36A6C042}"/>
              </a:ext>
            </a:extLst>
          </p:cNvPr>
          <p:cNvSpPr txBox="1"/>
          <p:nvPr/>
        </p:nvSpPr>
        <p:spPr>
          <a:xfrm>
            <a:off x="2571750" y="6474964"/>
            <a:ext cx="2211750" cy="153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spAutoFit/>
          </a:bodyPr>
          <a:lstStyle/>
          <a:p>
            <a:pPr algn="r"/>
            <a:r>
              <a:rPr lang="en-US" altLang="ko-KR" sz="1000">
                <a:solidFill>
                  <a:schemeClr val="bg1">
                    <a:lumMod val="65000"/>
                  </a:scheme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AI</a:t>
            </a:r>
            <a:r>
              <a:rPr lang="ko-KR" altLang="en-US" sz="1000">
                <a:solidFill>
                  <a:schemeClr val="bg1">
                    <a:lumMod val="65000"/>
                  </a:scheme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로 생성된 이미지입니다</a:t>
            </a:r>
            <a:endParaRPr lang="en-US" altLang="ko-KR" sz="1000">
              <a:solidFill>
                <a:schemeClr val="bg1">
                  <a:lumMod val="65000"/>
                </a:scheme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012859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  <a:ln>
          <a:noFill/>
        </a:ln>
      </a:spPr>
      <a:bodyPr wrap="square" lIns="0" tIns="0" rIns="0" bIns="0" rtlCol="0" anchor="b">
        <a:spAutoFit/>
      </a:bodyPr>
      <a:lstStyle>
        <a:defPPr algn="l">
          <a:defRPr sz="4000" smtClean="0">
            <a:solidFill>
              <a:schemeClr val="bg1"/>
            </a:solidFill>
            <a:latin typeface="Pretendard ExtraBold" panose="02000903000000020004" pitchFamily="50" charset="-127"/>
            <a:ea typeface="Pretendard ExtraBold" panose="02000903000000020004" pitchFamily="50" charset="-127"/>
            <a:cs typeface="Pretendard ExtraBold" panose="02000903000000020004" pitchFamily="50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499</TotalTime>
  <Words>34</Words>
  <Application>Microsoft Office PowerPoint</Application>
  <PresentationFormat>사용자 지정</PresentationFormat>
  <Paragraphs>13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9" baseType="lpstr">
      <vt:lpstr>Pretendard ExtraBold</vt:lpstr>
      <vt:lpstr>Pretendard Light</vt:lpstr>
      <vt:lpstr>Pretendard Medium</vt:lpstr>
      <vt:lpstr>Aptos</vt:lpstr>
      <vt:lpstr>Aptos Display</vt:lpstr>
      <vt:lpstr>Arial</vt:lpstr>
      <vt:lpstr>Office 테마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진빈 최</dc:creator>
  <cp:lastModifiedBy>진빈 최</cp:lastModifiedBy>
  <cp:revision>5</cp:revision>
  <dcterms:created xsi:type="dcterms:W3CDTF">2026-04-29T11:33:08Z</dcterms:created>
  <dcterms:modified xsi:type="dcterms:W3CDTF">2026-06-26T01:30:43Z</dcterms:modified>
</cp:coreProperties>
</file>