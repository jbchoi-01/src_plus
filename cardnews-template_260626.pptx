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</p:sldIdLst>
  <p:sldSz cx="51435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3CA2183-218C-403B-A3BE-18A803E1B79D}">
          <p14:sldIdLst>
            <p14:sldId id="258"/>
          </p14:sldIdLst>
        </p14:section>
        <p14:section name="본문" id="{A723BFDD-2345-4BCE-9FED-891287D9B84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30" autoAdjust="0"/>
    <p:restoredTop sz="94522" autoAdjust="0"/>
  </p:normalViewPr>
  <p:slideViewPr>
    <p:cSldViewPr snapToGrid="0">
      <p:cViewPr>
        <p:scale>
          <a:sx n="33" d="100"/>
          <a:sy n="33" d="100"/>
        </p:scale>
        <p:origin x="3189" y="14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F6D742E-E324-C0AB-A783-84B0A2C02579}"/>
              </a:ext>
            </a:extLst>
          </p:cNvPr>
          <p:cNvSpPr/>
          <p:nvPr userDrawn="1"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DF424D-2524-CBB9-CBD6-BFF16073D8A5}"/>
              </a:ext>
            </a:extLst>
          </p:cNvPr>
          <p:cNvSpPr/>
          <p:nvPr userDrawn="1"/>
        </p:nvSpPr>
        <p:spPr>
          <a:xfrm flipV="1">
            <a:off x="0" y="3429000"/>
            <a:ext cx="514350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CB6AD-22A5-BE0F-EA1E-63AB8D73D97B}"/>
              </a:ext>
            </a:extLst>
          </p:cNvPr>
          <p:cNvSpPr txBox="1"/>
          <p:nvPr userDrawn="1"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[Group Name]</a:t>
            </a:r>
          </a:p>
        </p:txBody>
      </p: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954817F-21C8-4214-D7B7-B2957B46E8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125" y="4651057"/>
            <a:ext cx="4418375" cy="1107996"/>
          </a:xfrm>
        </p:spPr>
        <p:txBody>
          <a:bodyPr lIns="0" tIns="0" rIns="0" bIns="0" anchor="b">
            <a:spAutoFit/>
          </a:bodyPr>
          <a:lstStyle>
            <a:lvl1pPr>
              <a:buNone/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3pPr>
            <a:lvl4pPr>
              <a:defRPr lang="ko-KR" altLang="en-US" sz="40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4pPr>
            <a:lvl5pPr>
              <a:defRPr lang="ko-KR" altLang="en-US" sz="4000" kern="12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5pPr>
          </a:lstStyle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한줄 소개를</a:t>
            </a:r>
            <a:r>
              <a:rPr lang="en-US" altLang="ko-KR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입력해주세요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5713F299-DD6D-C85E-F53E-20708ED1D5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5877638"/>
            <a:ext cx="4418374" cy="276999"/>
          </a:xfrm>
        </p:spPr>
        <p:txBody>
          <a:bodyPr wrap="square" lIns="0" tIns="0" rIns="0" bIns="0" anchor="ctr">
            <a:spAutoFit/>
          </a:bodyPr>
          <a:lstStyle>
            <a:lvl1pPr>
              <a:buNone/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>
              <a:defRPr lang="ko-KR" altLang="en-US" sz="20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>
              <a:defRPr lang="ko-KR" altLang="en-US" sz="20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ko-KR" altLang="en-US"/>
              <a:t>제목을 입력해주세요</a:t>
            </a:r>
          </a:p>
        </p:txBody>
      </p:sp>
      <p:sp>
        <p:nvSpPr>
          <p:cNvPr id="23" name="텍스트 개체 틀 21">
            <a:extLst>
              <a:ext uri="{FF2B5EF4-FFF2-40B4-BE49-F238E27FC236}">
                <a16:creationId xmlns:a16="http://schemas.microsoft.com/office/drawing/2014/main" id="{E5697281-E9D7-5584-C521-85B36866A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6624" y="384622"/>
            <a:ext cx="2211750" cy="221599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 algn="r">
              <a:defRPr lang="ko-KR" altLang="en-US" sz="16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en-US" altLang="ko-KR"/>
              <a:t>Category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31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A33F36F-E3DB-6460-457D-F1BF6BDAD536}"/>
              </a:ext>
            </a:extLst>
          </p:cNvPr>
          <p:cNvSpPr/>
          <p:nvPr userDrawn="1"/>
        </p:nvSpPr>
        <p:spPr>
          <a:xfrm flipV="1">
            <a:off x="0" y="2562225"/>
            <a:ext cx="514350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F3E216-A347-D05F-3C6F-66BB79C5211B}"/>
              </a:ext>
            </a:extLst>
          </p:cNvPr>
          <p:cNvSpPr/>
          <p:nvPr userDrawn="1"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BF0DB-F0C6-DBB0-0E4F-8F6695193F4D}"/>
              </a:ext>
            </a:extLst>
          </p:cNvPr>
          <p:cNvSpPr txBox="1"/>
          <p:nvPr userDrawn="1"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[Group Name]</a:t>
            </a:r>
          </a:p>
        </p:txBody>
      </p:sp>
      <p:sp>
        <p:nvSpPr>
          <p:cNvPr id="11" name="텍스트 개체 틀 21">
            <a:extLst>
              <a:ext uri="{FF2B5EF4-FFF2-40B4-BE49-F238E27FC236}">
                <a16:creationId xmlns:a16="http://schemas.microsoft.com/office/drawing/2014/main" id="{CAD6E9CA-8B76-2F17-3948-4E28D12984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6624" y="384622"/>
            <a:ext cx="2211750" cy="221599"/>
          </a:xfrm>
        </p:spPr>
        <p:txBody>
          <a:bodyPr wrap="square" lIns="0" tIns="0" rIns="0" bIns="0">
            <a:spAutoFit/>
          </a:bodyPr>
          <a:lstStyle>
            <a:lvl1pPr algn="r">
              <a:buNone/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2pPr>
            <a:lvl3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3pPr>
            <a:lvl4pPr algn="r">
              <a:defRPr lang="ko-KR" altLang="en-US" sz="1600" kern="1200" smtClean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 algn="r">
              <a:defRPr lang="ko-KR" altLang="en-US" sz="1600" kern="12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5pPr>
          </a:lstStyle>
          <a:p>
            <a:pPr lvl="0"/>
            <a:r>
              <a:rPr lang="en-US" altLang="ko-KR"/>
              <a:t>Category</a:t>
            </a:r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9F54608-CDA9-26C6-6BEF-EAE713BC1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4061757"/>
            <a:ext cx="4418374" cy="861774"/>
          </a:xfr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altLang="ko-KR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3pPr>
            <a:lvl4pPr>
              <a:defRPr lang="ko-KR" altLang="en-US" sz="2800" kern="1200" smtClean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4pPr>
            <a:lvl5pPr>
              <a:defRPr lang="ko-KR" altLang="en-US" sz="2800" kern="12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5pPr>
          </a:lstStyle>
          <a:p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페이지별 제목을 입력해주시길 바랍니다</a:t>
            </a:r>
            <a:endParaRPr lang="en-US" altLang="ko-KR" sz="28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FC7AC750-60DB-B33E-459B-9427FEA2DD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5169752"/>
            <a:ext cx="4418374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2pPr>
            <a:lvl3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3pPr>
            <a:lvl4pPr>
              <a:defRPr lang="ko-KR" altLang="en-US" sz="1600" kern="1200" smtClean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4pPr>
            <a:lvl5pPr>
              <a:defRPr lang="ko-KR" altLang="en-US" sz="1600" kern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5pPr>
          </a:lstStyle>
          <a:p>
            <a:pPr lvl="0"/>
            <a:r>
              <a:rPr lang="ko-KR" altLang="en-US"/>
              <a:t>본문을 적어주세요</a:t>
            </a:r>
            <a:r>
              <a:rPr lang="en-US" altLang="ko-KR"/>
              <a:t> </a:t>
            </a:r>
            <a:r>
              <a:rPr lang="ko-KR" altLang="en-US"/>
              <a:t>첫번째줄</a:t>
            </a:r>
            <a:endParaRPr lang="en-US" altLang="ko-KR"/>
          </a:p>
          <a:p>
            <a:pPr lvl="0"/>
            <a:r>
              <a:rPr lang="ko-KR" altLang="en-US"/>
              <a:t>본문을 적어주세요 두번째줄</a:t>
            </a:r>
          </a:p>
          <a:p>
            <a:pPr lvl="0"/>
            <a:r>
              <a:rPr lang="ko-KR" altLang="en-US"/>
              <a:t>본문을 적어주세요 세번째줄</a:t>
            </a:r>
            <a:endParaRPr lang="en-US" altLang="ko-KR"/>
          </a:p>
          <a:p>
            <a:pPr lvl="0"/>
            <a:r>
              <a:rPr lang="ko-KR" altLang="en-US"/>
              <a:t>본문을 적어주세요 네번째줄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44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365127"/>
            <a:ext cx="44362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1825625"/>
            <a:ext cx="443626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6356352"/>
            <a:ext cx="1157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14326-B176-4471-95AA-F1BE8DCB13F8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6356352"/>
            <a:ext cx="17359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6356352"/>
            <a:ext cx="1157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76C1-4039-4857-AE7A-00CB0F518A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9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0324-B9D7-9C04-A99D-791906F1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0FD4124-A4A8-05CF-69DC-F468AD3F7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C1D5078-5685-927D-038E-797E0F0E5142}"/>
              </a:ext>
            </a:extLst>
          </p:cNvPr>
          <p:cNvSpPr/>
          <p:nvPr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0705E7-11D3-670E-1572-6381ED02833A}"/>
              </a:ext>
            </a:extLst>
          </p:cNvPr>
          <p:cNvSpPr/>
          <p:nvPr/>
        </p:nvSpPr>
        <p:spPr>
          <a:xfrm flipV="1">
            <a:off x="0" y="3429000"/>
            <a:ext cx="514350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A65F1-76BD-9BC8-9FBB-A2B15866EF02}"/>
              </a:ext>
            </a:extLst>
          </p:cNvPr>
          <p:cNvSpPr txBox="1"/>
          <p:nvPr/>
        </p:nvSpPr>
        <p:spPr>
          <a:xfrm>
            <a:off x="360000" y="4527947"/>
            <a:ext cx="4423500" cy="12311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spAutoFit/>
          </a:bodyPr>
          <a:lstStyle/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해상풍력발전은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40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이대로 끝인가</a:t>
            </a:r>
            <a:endParaRPr lang="en-US" altLang="ko-KR" sz="400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269D3-8046-F41D-64E5-713EB9B8243D}"/>
              </a:ext>
            </a:extLst>
          </p:cNvPr>
          <p:cNvSpPr txBox="1"/>
          <p:nvPr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SRC Plus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90B71-74E6-6047-BCF0-C354CDDE8042}"/>
              </a:ext>
            </a:extLst>
          </p:cNvPr>
          <p:cNvSpPr txBox="1"/>
          <p:nvPr/>
        </p:nvSpPr>
        <p:spPr>
          <a:xfrm>
            <a:off x="257175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카테고리</a:t>
            </a:r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D2774-FEB4-2E85-7724-7D8C7C934336}"/>
              </a:ext>
            </a:extLst>
          </p:cNvPr>
          <p:cNvSpPr txBox="1"/>
          <p:nvPr/>
        </p:nvSpPr>
        <p:spPr>
          <a:xfrm>
            <a:off x="360000" y="5877638"/>
            <a:ext cx="442350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글로벌 해상풍력 기업들의 대규모 투자 철회</a:t>
            </a:r>
            <a:endParaRPr lang="en-US" altLang="ko-KR" sz="160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1938C0-CB17-9CBD-394B-7DED1F948362}"/>
              </a:ext>
            </a:extLst>
          </p:cNvPr>
          <p:cNvSpPr/>
          <p:nvPr/>
        </p:nvSpPr>
        <p:spPr>
          <a:xfrm>
            <a:off x="-857250" y="0"/>
            <a:ext cx="80645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1C395B-5D20-25CE-B119-32C964305F24}"/>
              </a:ext>
            </a:extLst>
          </p:cNvPr>
          <p:cNvSpPr/>
          <p:nvPr/>
        </p:nvSpPr>
        <p:spPr>
          <a:xfrm flipV="1">
            <a:off x="-857250" y="3429000"/>
            <a:ext cx="806450" cy="3429000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5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1E9-D22C-83E6-496D-F714ADE4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BD14F9-C933-3363-E4F0-BC39CFBAB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47E5832-1A0B-558D-E9AB-9C6084755342}"/>
              </a:ext>
            </a:extLst>
          </p:cNvPr>
          <p:cNvSpPr/>
          <p:nvPr/>
        </p:nvSpPr>
        <p:spPr>
          <a:xfrm flipV="1">
            <a:off x="0" y="2562225"/>
            <a:ext cx="514350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DBBE1-D92F-71D6-C983-2CFB12385112}"/>
              </a:ext>
            </a:extLst>
          </p:cNvPr>
          <p:cNvSpPr/>
          <p:nvPr/>
        </p:nvSpPr>
        <p:spPr>
          <a:xfrm>
            <a:off x="0" y="0"/>
            <a:ext cx="514350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D91AC4-8065-1855-1CE6-07FED0CAE27E}"/>
              </a:ext>
            </a:extLst>
          </p:cNvPr>
          <p:cNvSpPr txBox="1"/>
          <p:nvPr/>
        </p:nvSpPr>
        <p:spPr>
          <a:xfrm>
            <a:off x="36000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SRC Plus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DBFC51-F3AA-DC93-13FE-1BF3A26CEB60}"/>
              </a:ext>
            </a:extLst>
          </p:cNvPr>
          <p:cNvSpPr txBox="1"/>
          <p:nvPr/>
        </p:nvSpPr>
        <p:spPr>
          <a:xfrm>
            <a:off x="2571750" y="360000"/>
            <a:ext cx="2211750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[</a:t>
            </a:r>
            <a:r>
              <a:rPr lang="ko-KR" altLang="en-US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카테고리</a:t>
            </a:r>
            <a:r>
              <a:rPr lang="en-US" altLang="ko-KR" sz="16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13B68-0481-BBD4-0080-72DD8D4FDC61}"/>
              </a:ext>
            </a:extLst>
          </p:cNvPr>
          <p:cNvSpPr txBox="1"/>
          <p:nvPr/>
        </p:nvSpPr>
        <p:spPr>
          <a:xfrm>
            <a:off x="360000" y="5169752"/>
            <a:ext cx="4423500" cy="1076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첫번째 줄에 솰라솰라 적은 다음에 이게 두번째 줄까지 이어져도</a:t>
            </a:r>
            <a:r>
              <a:rPr lang="en-US" altLang="ko-KR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 </a:t>
            </a: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네 괜찮다</a:t>
            </a:r>
            <a:r>
              <a:rPr lang="en-US" altLang="ko-KR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대신 최대 세 줄 정도면 될 것 같은가</a:t>
            </a:r>
            <a:r>
              <a:rPr lang="en-US" altLang="ko-KR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아냐 이거 네 줄까지는 가도 괜찮을 것 같음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그래서 네번째 줄을 여기다</a:t>
            </a:r>
            <a:endParaRPr lang="en-US" altLang="ko-KR" sz="120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C4EE-51E7-7593-E5B4-E1D49ECA050B}"/>
              </a:ext>
            </a:extLst>
          </p:cNvPr>
          <p:cNvSpPr txBox="1"/>
          <p:nvPr/>
        </p:nvSpPr>
        <p:spPr>
          <a:xfrm>
            <a:off x="360000" y="4492644"/>
            <a:ext cx="44235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spAutoFit/>
          </a:bodyPr>
          <a:lstStyle/>
          <a:p>
            <a:r>
              <a:rPr lang="ko-KR" altLang="en-US" sz="28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해저 송전망도 중요하다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6CDCF4-A35A-8F2E-14BF-7E40495B5F2F}"/>
              </a:ext>
            </a:extLst>
          </p:cNvPr>
          <p:cNvSpPr/>
          <p:nvPr/>
        </p:nvSpPr>
        <p:spPr>
          <a:xfrm flipV="1">
            <a:off x="-857250" y="2562225"/>
            <a:ext cx="806450" cy="4295775"/>
          </a:xfrm>
          <a:prstGeom prst="rect">
            <a:avLst/>
          </a:prstGeom>
          <a:gradFill>
            <a:gsLst>
              <a:gs pos="5000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FC03AB-1028-A102-AE24-BAB1483630CA}"/>
              </a:ext>
            </a:extLst>
          </p:cNvPr>
          <p:cNvSpPr/>
          <p:nvPr/>
        </p:nvSpPr>
        <p:spPr>
          <a:xfrm>
            <a:off x="-857250" y="0"/>
            <a:ext cx="806450" cy="1711331"/>
          </a:xfrm>
          <a:prstGeom prst="rect">
            <a:avLst/>
          </a:prstGeom>
          <a:gradFill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lumMod val="75000"/>
                  <a:lumOff val="25000"/>
                  <a:alpha val="0"/>
                </a:schemeClr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8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 anchor="b">
        <a:spAutoFit/>
      </a:bodyPr>
      <a:lstStyle>
        <a:defPPr algn="l">
          <a:defRPr sz="4000" smtClean="0">
            <a:solidFill>
              <a:schemeClr val="bg1"/>
            </a:solidFill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56</Words>
  <Application>Microsoft Office PowerPoint</Application>
  <PresentationFormat>사용자 지정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Pretendard ExtraBold</vt:lpstr>
      <vt:lpstr>Pretendard Light</vt:lpstr>
      <vt:lpstr>Pretendard Medium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진빈 최</dc:creator>
  <cp:lastModifiedBy>진빈 최</cp:lastModifiedBy>
  <cp:revision>4</cp:revision>
  <dcterms:created xsi:type="dcterms:W3CDTF">2026-04-29T11:33:08Z</dcterms:created>
  <dcterms:modified xsi:type="dcterms:W3CDTF">2026-06-25T16:28:00Z</dcterms:modified>
</cp:coreProperties>
</file>